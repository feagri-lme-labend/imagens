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87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CD8EE-DC62-4F65-99F2-78C8DC416AAB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0A992C-117B-4A3F-9EC7-5BCA563DBE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219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0A992C-117B-4A3F-9EC7-5BCA563DBE1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3700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777C0-8CD0-1252-D5C8-14B1BAA35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7EA43E-377E-14FC-C66A-15488205A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B7AC02-73FB-51EF-2952-76F36C3F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BDF91-EC9A-4BEC-8586-03EBDC1C3796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A1676E-A663-856E-78E7-2AE6BC665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1403B9-520F-D256-72DC-67520B9A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4AF24-8F72-4C45-BFEA-0E3FF86D0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5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A4ECF-A0C3-0FE6-79F6-8197AE07D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5374C1-C58B-98AB-686F-3A92200D5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06978E-BBFE-A007-B8AA-2FAA6F3BE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BDF91-EC9A-4BEC-8586-03EBDC1C3796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C7FECA-480F-4E5C-1C40-D4E07C880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C1AD5D-B1F3-B71B-466C-E9AAC4D85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4AF24-8F72-4C45-BFEA-0E3FF86D0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0743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382F9-E565-E649-7099-F46B9C01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E17CE8-5F9F-C5FD-354F-969F7254B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5B270F-9D2F-138D-7074-FF9EA4537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BDF91-EC9A-4BEC-8586-03EBDC1C3796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4540D9-F965-BD50-7558-AF66DE280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5B3D08-55F4-4B3B-DB6B-DE711D50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4AF24-8F72-4C45-BFEA-0E3FF86D0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12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5AA14-864C-EA0C-7669-039DE7A7A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BD1BF3-E005-CE81-CFA6-CC43C7F7D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386345-8323-8DB5-5673-8DCD87086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E4D21F-DED5-D2C9-CCB2-E70E39A0F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BDF91-EC9A-4BEC-8586-03EBDC1C3796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C3BEF8-4A19-105F-EC97-C168AFB1D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D5E5D8-5974-DE9A-713E-DAA799C6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4AF24-8F72-4C45-BFEA-0E3FF86D0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7298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D9C63-EC13-7B96-1953-9E406A662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923507-7930-8263-C106-CC4C7A243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B0C46F9-D06E-586A-2830-F4089BE52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ADFB7C6-64F7-98CB-35CD-30E1692F4C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E92D9B-7F3A-B6F6-A29D-30D0518FB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CB107C7-CF26-B57A-A903-42050B89B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BDF91-EC9A-4BEC-8586-03EBDC1C3796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D878DB-181D-18B0-853C-927A8DD4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7B7D6A-E6A1-E5C3-8BC9-429F1C058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4AF24-8F72-4C45-BFEA-0E3FF86D0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1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A54F8-EE83-78E7-581D-700F70D2B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E537927-BF47-D5F8-50B7-00073A65B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BDF91-EC9A-4BEC-8586-03EBDC1C3796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E4B9A95-DD41-D71B-2792-02D39C361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409BC36-E0F4-1C8A-C77A-799642215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4AF24-8F72-4C45-BFEA-0E3FF86D0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4498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144CAB4-FE30-55D0-7240-E8803BF8A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BDF91-EC9A-4BEC-8586-03EBDC1C3796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B2446DB-20A0-D158-55D1-413541A09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48D9B40-1DF6-FD75-7DFD-A073C013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4AF24-8F72-4C45-BFEA-0E3FF86D0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733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52B311-6A5D-9DDF-09C0-70010C40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62A13F-AEAE-7C2D-067E-AD8CFACAE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34C0CB-D006-26F0-E9CA-179DB9D6F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60AF12-909F-0394-E838-F7E005F0E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BDF91-EC9A-4BEC-8586-03EBDC1C3796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0871E9-8C0E-AE06-1D87-BA464253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442516-C2B4-9D3A-9034-078349973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4AF24-8F72-4C45-BFEA-0E3FF86D0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4203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A2184-C434-5448-65F3-79657BB88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72D4ABB-1E0F-4766-9A7D-F43DD8719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79F372-FFEF-2C2A-1F66-FC4DA03EB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B399AB-7CB0-F2BC-9CB3-6353BB0D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BDF91-EC9A-4BEC-8586-03EBDC1C3796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DBE26A-15F4-B7D8-618F-2DFD328C5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3CD6B7-8E5D-422D-3D7A-F9FF49659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4AF24-8F72-4C45-BFEA-0E3FF86D0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9607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316A0-DC0D-239B-2F5C-689B9DE90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71970F2-69AF-8C72-2D74-C81F3A218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668731-8FCB-52BD-C31D-3D3B28048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BDF91-EC9A-4BEC-8586-03EBDC1C3796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9CD4DF-9AF4-DAB5-4EA2-CE9DAF4D6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A026A7-9F35-4479-D769-78988EA0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4AF24-8F72-4C45-BFEA-0E3FF86D0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2223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20B233-5610-48C9-82D2-B0721D903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1638998-31FA-FFAA-F39A-AED8707CA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D387A1-11C9-C3ED-AE41-C1D30045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BDF91-EC9A-4BEC-8586-03EBDC1C3796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2C7734-EA15-0705-D310-2657EF270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5E0120-FA55-FE6D-4F0C-9E86AB7D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4AF24-8F72-4C45-BFEA-0E3FF86D0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315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92EBA3C-ABFD-E198-CBBD-B22B5B910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0C79CA-CEA8-B828-6642-8F4370736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3F9421-F82C-0551-C471-8F276405F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BDF91-EC9A-4BEC-8586-03EBDC1C3796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9675E5-5876-5D67-DDCC-A225B0E09E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59AD63-9C3F-F899-3FC7-D1097A532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4AF24-8F72-4C45-BFEA-0E3FF86D0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376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Agrupar 35">
            <a:extLst>
              <a:ext uri="{FF2B5EF4-FFF2-40B4-BE49-F238E27FC236}">
                <a16:creationId xmlns:a16="http://schemas.microsoft.com/office/drawing/2014/main" id="{C6DED4A2-0D31-D5A5-4334-64404A7B45A3}"/>
              </a:ext>
            </a:extLst>
          </p:cNvPr>
          <p:cNvGrpSpPr/>
          <p:nvPr/>
        </p:nvGrpSpPr>
        <p:grpSpPr>
          <a:xfrm>
            <a:off x="453877" y="1260550"/>
            <a:ext cx="10972381" cy="4745921"/>
            <a:chOff x="453877" y="1260550"/>
            <a:chExt cx="10972381" cy="4745921"/>
          </a:xfrm>
          <a:solidFill>
            <a:schemeClr val="bg1"/>
          </a:solidFill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61007F94-5B2C-BC2B-8EA8-FD6AC4B45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65742" y="1260550"/>
              <a:ext cx="10660516" cy="4336900"/>
            </a:xfrm>
            <a:prstGeom prst="rect">
              <a:avLst/>
            </a:prstGeom>
            <a:grpFill/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321B79A2-E3BD-2DD3-6BA1-44A9BB861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3" r="4003"/>
            <a:stretch/>
          </p:blipFill>
          <p:spPr>
            <a:xfrm>
              <a:off x="2909177" y="3662606"/>
              <a:ext cx="1582730" cy="165046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</p:pic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D0DEE15F-811B-5A40-6069-9DF46A57F0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5489" y="3490739"/>
              <a:ext cx="974469" cy="700817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16E65FAA-FBD9-AA20-F11B-6417C7A50282}"/>
                </a:ext>
              </a:extLst>
            </p:cNvPr>
            <p:cNvSpPr txBox="1"/>
            <p:nvPr/>
          </p:nvSpPr>
          <p:spPr>
            <a:xfrm>
              <a:off x="6096000" y="1575148"/>
              <a:ext cx="1460656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GB" noProof="0" dirty="0"/>
                <a:t>Loading plates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E1A32580-7BBE-0365-DC12-1D1E0969A0E4}"/>
                </a:ext>
              </a:extLst>
            </p:cNvPr>
            <p:cNvSpPr txBox="1"/>
            <p:nvPr/>
          </p:nvSpPr>
          <p:spPr>
            <a:xfrm>
              <a:off x="8216252" y="5176581"/>
              <a:ext cx="1582731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Sliding support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319780DF-2777-CD1D-229B-90872B0C67BC}"/>
                </a:ext>
              </a:extLst>
            </p:cNvPr>
            <p:cNvSpPr txBox="1"/>
            <p:nvPr/>
          </p:nvSpPr>
          <p:spPr>
            <a:xfrm>
              <a:off x="2909177" y="5360140"/>
              <a:ext cx="1480904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Detail of dowel mesh</a:t>
              </a:r>
            </a:p>
          </p:txBody>
        </p:sp>
        <p:cxnSp>
          <p:nvCxnSpPr>
            <p:cNvPr id="26" name="Conector de Seta Reta 25">
              <a:extLst>
                <a:ext uri="{FF2B5EF4-FFF2-40B4-BE49-F238E27FC236}">
                  <a16:creationId xmlns:a16="http://schemas.microsoft.com/office/drawing/2014/main" id="{DB060F22-9DDB-FD8A-A069-38CB69DF96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8263" y="1898314"/>
              <a:ext cx="1169141" cy="134056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EE7E8842-E415-868F-3D44-DC05E302F296}"/>
                </a:ext>
              </a:extLst>
            </p:cNvPr>
            <p:cNvSpPr txBox="1"/>
            <p:nvPr/>
          </p:nvSpPr>
          <p:spPr>
            <a:xfrm>
              <a:off x="453877" y="3176769"/>
              <a:ext cx="1251128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Fixed support</a:t>
              </a:r>
            </a:p>
          </p:txBody>
        </p:sp>
        <p:cxnSp>
          <p:nvCxnSpPr>
            <p:cNvPr id="34" name="Conector de Seta Reta 33">
              <a:extLst>
                <a:ext uri="{FF2B5EF4-FFF2-40B4-BE49-F238E27FC236}">
                  <a16:creationId xmlns:a16="http://schemas.microsoft.com/office/drawing/2014/main" id="{E2951D69-07A8-5BFF-3258-83B49CDF9F81}"/>
                </a:ext>
              </a:extLst>
            </p:cNvPr>
            <p:cNvCxnSpPr>
              <a:cxnSpLocks/>
            </p:cNvCxnSpPr>
            <p:nvPr/>
          </p:nvCxnSpPr>
          <p:spPr>
            <a:xfrm>
              <a:off x="1079441" y="2775656"/>
              <a:ext cx="0" cy="429479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21A53E75-4BAB-22F9-63DE-3C37633BB2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04420" y="5429327"/>
              <a:ext cx="373770" cy="70420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BC5E9733-351E-46B4-7338-144AFA48AA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1874" y="2032370"/>
              <a:ext cx="760888" cy="901052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7210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4B319-EBA7-70C4-2F18-68F74D41A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7909D435-BC61-1B19-F641-167C31D320ED}"/>
              </a:ext>
            </a:extLst>
          </p:cNvPr>
          <p:cNvGrpSpPr/>
          <p:nvPr/>
        </p:nvGrpSpPr>
        <p:grpSpPr>
          <a:xfrm>
            <a:off x="0" y="1351107"/>
            <a:ext cx="12192000" cy="4155786"/>
            <a:chOff x="0" y="1351107"/>
            <a:chExt cx="12192000" cy="4155786"/>
          </a:xfrm>
          <a:solidFill>
            <a:schemeClr val="bg1"/>
          </a:solidFill>
        </p:grpSpPr>
        <p:pic>
          <p:nvPicPr>
            <p:cNvPr id="6" name="Imagem 5" descr="Tela de computador com fundo azul&#10;&#10;O conteúdo gerado por IA pode estar incorreto.">
              <a:extLst>
                <a:ext uri="{FF2B5EF4-FFF2-40B4-BE49-F238E27FC236}">
                  <a16:creationId xmlns:a16="http://schemas.microsoft.com/office/drawing/2014/main" id="{E9AE7EA9-6B26-052A-270B-AEA5C4EC5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351107"/>
              <a:ext cx="12192000" cy="4155786"/>
            </a:xfrm>
            <a:prstGeom prst="rect">
              <a:avLst/>
            </a:prstGeom>
            <a:grpFill/>
          </p:spPr>
        </p:pic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9514A4D8-A23C-74F0-F1C4-9A98C8CFCB25}"/>
                </a:ext>
              </a:extLst>
            </p:cNvPr>
            <p:cNvSpPr txBox="1"/>
            <p:nvPr/>
          </p:nvSpPr>
          <p:spPr>
            <a:xfrm>
              <a:off x="5526741" y="1754520"/>
              <a:ext cx="3812241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Vertical displacement in the bending tes</a:t>
              </a:r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 simulation considering 88 kN load. </a:t>
              </a:r>
              <a:endPara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301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12957-02B2-7D3C-35C8-B5A0541F4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>
            <a:extLst>
              <a:ext uri="{FF2B5EF4-FFF2-40B4-BE49-F238E27FC236}">
                <a16:creationId xmlns:a16="http://schemas.microsoft.com/office/drawing/2014/main" id="{F735C338-9B31-D710-2EC9-E74BE056CF55}"/>
              </a:ext>
            </a:extLst>
          </p:cNvPr>
          <p:cNvGrpSpPr/>
          <p:nvPr/>
        </p:nvGrpSpPr>
        <p:grpSpPr>
          <a:xfrm>
            <a:off x="616968" y="279000"/>
            <a:ext cx="10604602" cy="6157551"/>
            <a:chOff x="1335280" y="425072"/>
            <a:chExt cx="8603202" cy="4651072"/>
          </a:xfrm>
          <a:solidFill>
            <a:schemeClr val="bg1"/>
          </a:solidFill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ACDA11FB-2E35-BFD3-BC0B-F4AB023EB0DB}"/>
                </a:ext>
              </a:extLst>
            </p:cNvPr>
            <p:cNvGrpSpPr/>
            <p:nvPr/>
          </p:nvGrpSpPr>
          <p:grpSpPr>
            <a:xfrm>
              <a:off x="1346527" y="425072"/>
              <a:ext cx="8591955" cy="4651072"/>
              <a:chOff x="1346527" y="425072"/>
              <a:chExt cx="8591955" cy="4651072"/>
            </a:xfrm>
            <a:grpFill/>
          </p:grpSpPr>
          <p:pic>
            <p:nvPicPr>
              <p:cNvPr id="6" name="Imagem 5" descr="Tela de computador com fundo azul&#10;&#10;O conteúdo gerado por IA pode estar incorreto.">
                <a:extLst>
                  <a:ext uri="{FF2B5EF4-FFF2-40B4-BE49-F238E27FC236}">
                    <a16:creationId xmlns:a16="http://schemas.microsoft.com/office/drawing/2014/main" id="{84E78424-D9A9-8F67-ABD3-D17D5DE046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20000" contras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91070" y="425072"/>
                <a:ext cx="7510491" cy="2859054"/>
              </a:xfrm>
              <a:prstGeom prst="rect">
                <a:avLst/>
              </a:prstGeom>
              <a:grpFill/>
            </p:spPr>
          </p:pic>
          <p:pic>
            <p:nvPicPr>
              <p:cNvPr id="14" name="Imagem 13">
                <a:extLst>
                  <a:ext uri="{FF2B5EF4-FFF2-40B4-BE49-F238E27FC236}">
                    <a16:creationId xmlns:a16="http://schemas.microsoft.com/office/drawing/2014/main" id="{0C9D6DA3-4273-1E56-7C83-A0EB19879A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346527" y="1311304"/>
                <a:ext cx="1304316" cy="2207302"/>
              </a:xfrm>
              <a:prstGeom prst="rect">
                <a:avLst/>
              </a:prstGeom>
              <a:grpFill/>
            </p:spPr>
          </p:pic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E010472C-E1FA-9038-333B-EF58B956680C}"/>
                  </a:ext>
                </a:extLst>
              </p:cNvPr>
              <p:cNvSpPr txBox="1"/>
              <p:nvPr/>
            </p:nvSpPr>
            <p:spPr>
              <a:xfrm>
                <a:off x="3572168" y="3398400"/>
                <a:ext cx="5695726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GB" noProof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Board MOE 15.98 GPa (Tensile normal stress 54.97 MPa) 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FCE95D4E-1EA5-BF95-326B-03B59EF8D3F0}"/>
                  </a:ext>
                </a:extLst>
              </p:cNvPr>
              <p:cNvSpPr txBox="1"/>
              <p:nvPr/>
            </p:nvSpPr>
            <p:spPr>
              <a:xfrm>
                <a:off x="3617052" y="4230125"/>
                <a:ext cx="5638018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Board MOE 10.29 GPa </a:t>
                </a:r>
                <a:r>
                  <a:rPr lang="en-GB" noProof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(Tensile normal stress 35.38 MPa) 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20CBFB8C-2EF8-2077-193C-25A815CCA2D6}"/>
                  </a:ext>
                </a:extLst>
              </p:cNvPr>
              <p:cNvSpPr txBox="1"/>
              <p:nvPr/>
            </p:nvSpPr>
            <p:spPr>
              <a:xfrm>
                <a:off x="3982536" y="532670"/>
                <a:ext cx="5285358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GB" noProof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Tensile normal stress  in the panel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a load of 88 kN</a:t>
                </a:r>
                <a:endParaRPr lang="en-GB" noProof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2" name="Imagem 11">
                <a:extLst>
                  <a:ext uri="{FF2B5EF4-FFF2-40B4-BE49-F238E27FC236}">
                    <a16:creationId xmlns:a16="http://schemas.microsoft.com/office/drawing/2014/main" id="{AFE93C58-BF8C-D399-403D-6863D38C5A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5586" y="4458674"/>
                <a:ext cx="8172896" cy="617470"/>
              </a:xfrm>
              <a:prstGeom prst="rect">
                <a:avLst/>
              </a:prstGeom>
              <a:grpFill/>
            </p:spPr>
          </p:pic>
          <p:pic>
            <p:nvPicPr>
              <p:cNvPr id="10" name="Imagem 9">
                <a:extLst>
                  <a:ext uri="{FF2B5EF4-FFF2-40B4-BE49-F238E27FC236}">
                    <a16:creationId xmlns:a16="http://schemas.microsoft.com/office/drawing/2014/main" id="{EAF5A4A2-0752-6FF2-21C2-16D7B02EA1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5586" y="3626949"/>
                <a:ext cx="8161461" cy="603176"/>
              </a:xfrm>
              <a:prstGeom prst="rect">
                <a:avLst/>
              </a:prstGeom>
              <a:grpFill/>
            </p:spPr>
          </p:pic>
        </p:grpSp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7759119F-15D3-75AB-16E9-15F123A1A955}"/>
                </a:ext>
              </a:extLst>
            </p:cNvPr>
            <p:cNvSpPr txBox="1"/>
            <p:nvPr/>
          </p:nvSpPr>
          <p:spPr>
            <a:xfrm>
              <a:off x="4665715" y="2159114"/>
              <a:ext cx="441146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pt-BR"/>
              </a:defPPr>
              <a:lvl1pPr>
                <a:defRPr sz="14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pt-BR" sz="1800" dirty="0"/>
                <a:t>(a)</a:t>
              </a: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28B28E44-DCDD-C490-BB63-8DDEE54CE956}"/>
                </a:ext>
              </a:extLst>
            </p:cNvPr>
            <p:cNvSpPr txBox="1"/>
            <p:nvPr/>
          </p:nvSpPr>
          <p:spPr>
            <a:xfrm>
              <a:off x="1335280" y="3706177"/>
              <a:ext cx="45397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pt-BR"/>
              </a:defPPr>
              <a:lvl1pPr>
                <a:defRPr sz="14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pt-BR" sz="1800" dirty="0"/>
                <a:t>(b)</a:t>
              </a: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7268E1C0-8793-EE4A-D59B-46DD0C9C9705}"/>
                </a:ext>
              </a:extLst>
            </p:cNvPr>
            <p:cNvSpPr txBox="1"/>
            <p:nvPr/>
          </p:nvSpPr>
          <p:spPr>
            <a:xfrm>
              <a:off x="1335280" y="4458674"/>
              <a:ext cx="430306" cy="27897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>
                <a:defRPr sz="14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pt-BR" sz="1800" dirty="0"/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4604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A521F-4733-D478-05E0-E27F12A7C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BB70287-F05C-6281-DA60-87E6F64B1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976" y="1411202"/>
            <a:ext cx="9836524" cy="413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702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BC999-D1B9-A8FF-1652-BB5BC9649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783CA9F-7237-4D2C-83C9-5A248A9FFC99}"/>
              </a:ext>
            </a:extLst>
          </p:cNvPr>
          <p:cNvGrpSpPr/>
          <p:nvPr/>
        </p:nvGrpSpPr>
        <p:grpSpPr>
          <a:xfrm>
            <a:off x="994204" y="718342"/>
            <a:ext cx="9846978" cy="4720317"/>
            <a:chOff x="994204" y="718342"/>
            <a:chExt cx="9846978" cy="4720317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DED7808A-B86E-0808-20C9-CDE24B21F06C}"/>
                </a:ext>
              </a:extLst>
            </p:cNvPr>
            <p:cNvGrpSpPr/>
            <p:nvPr/>
          </p:nvGrpSpPr>
          <p:grpSpPr>
            <a:xfrm>
              <a:off x="994204" y="718342"/>
              <a:ext cx="9846978" cy="4248513"/>
              <a:chOff x="994204" y="718342"/>
              <a:chExt cx="9846978" cy="4248513"/>
            </a:xfrm>
          </p:grpSpPr>
          <p:pic>
            <p:nvPicPr>
              <p:cNvPr id="3" name="Imagem 2">
                <a:extLst>
                  <a:ext uri="{FF2B5EF4-FFF2-40B4-BE49-F238E27FC236}">
                    <a16:creationId xmlns:a16="http://schemas.microsoft.com/office/drawing/2014/main" id="{BBC12700-9C02-2DE8-472A-222A5C52B2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545" t="14768" r="11079" b="23751"/>
              <a:stretch>
                <a:fillRect/>
              </a:stretch>
            </p:blipFill>
            <p:spPr>
              <a:xfrm>
                <a:off x="1163782" y="1364673"/>
                <a:ext cx="9677400" cy="3602182"/>
              </a:xfrm>
              <a:prstGeom prst="rect">
                <a:avLst/>
              </a:prstGeom>
            </p:spPr>
          </p:pic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4AE2139D-F56D-322A-7743-BB1E6006D230}"/>
                  </a:ext>
                </a:extLst>
              </p:cNvPr>
              <p:cNvSpPr txBox="1"/>
              <p:nvPr/>
            </p:nvSpPr>
            <p:spPr>
              <a:xfrm>
                <a:off x="994204" y="4320524"/>
                <a:ext cx="12511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 err="1"/>
                  <a:t>Fixed</a:t>
                </a:r>
                <a:r>
                  <a:rPr lang="pt-BR" dirty="0"/>
                  <a:t> </a:t>
                </a:r>
                <a:r>
                  <a:rPr lang="pt-BR" dirty="0" err="1"/>
                  <a:t>support</a:t>
                </a:r>
                <a:endParaRPr lang="en-GB" noProof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" name="Conector de Seta Reta 4">
                <a:extLst>
                  <a:ext uri="{FF2B5EF4-FFF2-40B4-BE49-F238E27FC236}">
                    <a16:creationId xmlns:a16="http://schemas.microsoft.com/office/drawing/2014/main" id="{5E8475A2-4D3C-C6E3-2CA3-5F1BDEB165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19768" y="3919411"/>
                <a:ext cx="0" cy="4294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Conector de Seta Reta 5">
                <a:extLst>
                  <a:ext uri="{FF2B5EF4-FFF2-40B4-BE49-F238E27FC236}">
                    <a16:creationId xmlns:a16="http://schemas.microsoft.com/office/drawing/2014/main" id="{A562E95F-A5CB-55FF-3F0E-A4D8341C05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0983" y="4521854"/>
                <a:ext cx="373770" cy="704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2E56C95F-A228-E86D-A9B9-BB43FCAC87E5}"/>
                  </a:ext>
                </a:extLst>
              </p:cNvPr>
              <p:cNvSpPr txBox="1"/>
              <p:nvPr/>
            </p:nvSpPr>
            <p:spPr>
              <a:xfrm>
                <a:off x="6352815" y="4269108"/>
                <a:ext cx="15827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 err="1"/>
                  <a:t>Sliding</a:t>
                </a:r>
                <a:r>
                  <a:rPr lang="pt-BR" dirty="0"/>
                  <a:t> </a:t>
                </a:r>
                <a:r>
                  <a:rPr lang="pt-BR" dirty="0" err="1"/>
                  <a:t>support</a:t>
                </a:r>
                <a:endParaRPr lang="en-GB" noProof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AB695C9-0617-BC57-B5F8-11F8C84DA1E9}"/>
                  </a:ext>
                </a:extLst>
              </p:cNvPr>
              <p:cNvSpPr txBox="1"/>
              <p:nvPr/>
            </p:nvSpPr>
            <p:spPr>
              <a:xfrm>
                <a:off x="4997312" y="718342"/>
                <a:ext cx="146065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algn="ctr">
                  <a:defRPr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en-GB" noProof="0" dirty="0"/>
                  <a:t>Loading support</a:t>
                </a:r>
              </a:p>
            </p:txBody>
          </p:sp>
          <p:cxnSp>
            <p:nvCxnSpPr>
              <p:cNvPr id="10" name="Conector de Seta Reta 9">
                <a:extLst>
                  <a:ext uri="{FF2B5EF4-FFF2-40B4-BE49-F238E27FC236}">
                    <a16:creationId xmlns:a16="http://schemas.microsoft.com/office/drawing/2014/main" id="{413511C5-8849-80BB-5DC4-B467A961B4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7640" y="1364673"/>
                <a:ext cx="0" cy="4294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6C6E2521-254E-BFBF-94A3-C52EE6753BB8}"/>
                </a:ext>
              </a:extLst>
            </p:cNvPr>
            <p:cNvSpPr txBox="1"/>
            <p:nvPr/>
          </p:nvSpPr>
          <p:spPr>
            <a:xfrm>
              <a:off x="4376352" y="4915439"/>
              <a:ext cx="5838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pt-BR"/>
              </a:defPPr>
              <a:lvl1pPr>
                <a:defRPr sz="14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pt-BR" sz="2800" dirty="0"/>
                <a:t>(a)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0436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D12A1-588E-3980-820B-1E2753F21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Agrupar 19">
            <a:extLst>
              <a:ext uri="{FF2B5EF4-FFF2-40B4-BE49-F238E27FC236}">
                <a16:creationId xmlns:a16="http://schemas.microsoft.com/office/drawing/2014/main" id="{4C2D2506-9FAC-5D80-DDB2-AA3020BB863F}"/>
              </a:ext>
            </a:extLst>
          </p:cNvPr>
          <p:cNvGrpSpPr/>
          <p:nvPr/>
        </p:nvGrpSpPr>
        <p:grpSpPr>
          <a:xfrm>
            <a:off x="132026" y="1046017"/>
            <a:ext cx="10248489" cy="4454238"/>
            <a:chOff x="132026" y="1046017"/>
            <a:chExt cx="10248489" cy="4454238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5CCD7C72-34CC-91C4-1006-635C7B6FC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1" t="40897" r="84546" b="5662"/>
            <a:stretch>
              <a:fillRect/>
            </a:stretch>
          </p:blipFill>
          <p:spPr>
            <a:xfrm>
              <a:off x="132026" y="1658178"/>
              <a:ext cx="1609368" cy="2981289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E833BB01-3CC9-7784-1997-1300A02B1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27" t="16895" r="25000" b="17840"/>
            <a:stretch>
              <a:fillRect/>
            </a:stretch>
          </p:blipFill>
          <p:spPr>
            <a:xfrm>
              <a:off x="5576451" y="1046017"/>
              <a:ext cx="4804064" cy="3027219"/>
            </a:xfrm>
            <a:prstGeom prst="rect">
              <a:avLst/>
            </a:prstGeom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A1154F83-16AE-ACB0-ED5C-2C0639595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10" t="14098" r="25208" b="21938"/>
            <a:stretch>
              <a:fillRect/>
            </a:stretch>
          </p:blipFill>
          <p:spPr>
            <a:xfrm>
              <a:off x="2057401" y="2369127"/>
              <a:ext cx="5162598" cy="3131128"/>
            </a:xfrm>
            <a:prstGeom prst="rect">
              <a:avLst/>
            </a:prstGeom>
          </p:spPr>
        </p:pic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E16596C6-6E8D-A3AD-844D-DF8585ADBCE1}"/>
                </a:ext>
              </a:extLst>
            </p:cNvPr>
            <p:cNvSpPr txBox="1"/>
            <p:nvPr/>
          </p:nvSpPr>
          <p:spPr>
            <a:xfrm>
              <a:off x="3683625" y="4177231"/>
              <a:ext cx="6046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pt-BR"/>
              </a:defPPr>
              <a:lvl1pPr>
                <a:defRPr sz="14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pt-BR" sz="2800" dirty="0"/>
                <a:t>(b)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A0CCF571-287C-1D2A-6CFB-7CA691443C86}"/>
                </a:ext>
              </a:extLst>
            </p:cNvPr>
            <p:cNvSpPr txBox="1"/>
            <p:nvPr/>
          </p:nvSpPr>
          <p:spPr>
            <a:xfrm>
              <a:off x="6516879" y="2715576"/>
              <a:ext cx="5838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pt-BR"/>
              </a:defPPr>
              <a:lvl1pPr>
                <a:defRPr sz="14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pt-BR" sz="2800" dirty="0"/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7506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4C259-5878-FB84-6D6D-2AEAF456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Agrupar 19">
            <a:extLst>
              <a:ext uri="{FF2B5EF4-FFF2-40B4-BE49-F238E27FC236}">
                <a16:creationId xmlns:a16="http://schemas.microsoft.com/office/drawing/2014/main" id="{92BC7961-181C-DFDF-C83A-5A818C977DB5}"/>
              </a:ext>
            </a:extLst>
          </p:cNvPr>
          <p:cNvGrpSpPr/>
          <p:nvPr/>
        </p:nvGrpSpPr>
        <p:grpSpPr>
          <a:xfrm>
            <a:off x="132026" y="602774"/>
            <a:ext cx="10000333" cy="4897481"/>
            <a:chOff x="132026" y="602774"/>
            <a:chExt cx="10000333" cy="4897481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3860FAD1-4BAC-6BF1-4E50-9F6D1B94E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1" t="40897" r="84546" b="5662"/>
            <a:stretch>
              <a:fillRect/>
            </a:stretch>
          </p:blipFill>
          <p:spPr>
            <a:xfrm>
              <a:off x="132026" y="1658178"/>
              <a:ext cx="1609368" cy="2981289"/>
            </a:xfrm>
            <a:prstGeom prst="rect">
              <a:avLst/>
            </a:prstGeom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3EBF3EE5-D74D-BC9A-9711-276AE3988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10" t="14098" r="25208" b="21938"/>
            <a:stretch>
              <a:fillRect/>
            </a:stretch>
          </p:blipFill>
          <p:spPr>
            <a:xfrm>
              <a:off x="2057401" y="602774"/>
              <a:ext cx="8074958" cy="4897481"/>
            </a:xfrm>
            <a:prstGeom prst="rect">
              <a:avLst/>
            </a:prstGeom>
          </p:spPr>
        </p:pic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C85882F6-EA57-D2FA-6F24-81ED6D79F7AB}"/>
                </a:ext>
              </a:extLst>
            </p:cNvPr>
            <p:cNvSpPr txBox="1"/>
            <p:nvPr/>
          </p:nvSpPr>
          <p:spPr>
            <a:xfrm>
              <a:off x="4355978" y="4639467"/>
              <a:ext cx="6046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pt-BR"/>
              </a:defPPr>
              <a:lvl1pPr>
                <a:defRPr sz="14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pt-BR" sz="2800" dirty="0"/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87537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5290</TotalTime>
  <Words>86</Words>
  <Application>Microsoft Office PowerPoint</Application>
  <PresentationFormat>Widescreen</PresentationFormat>
  <Paragraphs>19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Vicente</dc:creator>
  <cp:lastModifiedBy>William Vicente</cp:lastModifiedBy>
  <cp:revision>6</cp:revision>
  <dcterms:created xsi:type="dcterms:W3CDTF">2026-03-02T19:31:23Z</dcterms:created>
  <dcterms:modified xsi:type="dcterms:W3CDTF">2026-04-08T19:47:17Z</dcterms:modified>
</cp:coreProperties>
</file>